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0"/>
          </a:xfrm>
          <a:prstGeom prst="line">
            <a:avLst/>
          </a:prstGeom>
          <a:noFill/>
          <a:ln w="9525">
            <a:solidFill>
              <a:srgbClr val="1424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91640"/>
            <a:ext cx="12188952" cy="0"/>
          </a:xfrm>
          <a:prstGeom prst="line">
            <a:avLst/>
          </a:prstGeom>
          <a:noFill/>
          <a:ln w="9525">
            <a:solidFill>
              <a:srgbClr val="1424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0"/>
            <a:ext cx="12188952" cy="0"/>
          </a:xfrm>
          <a:prstGeom prst="line">
            <a:avLst/>
          </a:prstGeom>
          <a:noFill/>
          <a:ln w="9525">
            <a:solidFill>
              <a:srgbClr val="1424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9525">
            <a:solidFill>
              <a:srgbClr val="1424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12188952" cy="0"/>
          </a:xfrm>
          <a:prstGeom prst="line">
            <a:avLst/>
          </a:prstGeom>
          <a:noFill/>
          <a:ln w="9525">
            <a:solidFill>
              <a:srgbClr val="1424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9525">
            <a:solidFill>
              <a:srgbClr val="1424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6035040"/>
            <a:ext cx="12188952" cy="0"/>
          </a:xfrm>
          <a:prstGeom prst="line">
            <a:avLst/>
          </a:prstGeom>
          <a:noFill/>
          <a:ln w="9525">
            <a:solidFill>
              <a:srgbClr val="1424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41732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DEFNEX MLOPS  ·  ENGINEERING PROGRESS REPORT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1783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DEFNEX MLOps Backend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670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Technical Progress &amp; Validation Status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310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Training to Model Deployment &amp; Inference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2084832" cy="1024128"/>
          </a:xfrm>
          <a:prstGeom prst="roundRect">
            <a:avLst>
              <a:gd name="adj" fmla="val 625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" y="4297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2A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" y="4553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handoff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" y="4901184"/>
            <a:ext cx="566928" cy="6858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1488" y="4160520"/>
            <a:ext cx="2084832" cy="1024128"/>
          </a:xfrm>
          <a:prstGeom prst="roundRect">
            <a:avLst>
              <a:gd name="adj" fmla="val 625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07792" y="4297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07792" y="4553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training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07792" y="4901184"/>
            <a:ext cx="566928" cy="6858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0056" y="4160520"/>
            <a:ext cx="2084832" cy="1024128"/>
          </a:xfrm>
          <a:prstGeom prst="roundRect">
            <a:avLst>
              <a:gd name="adj" fmla="val 625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66360" y="4297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4553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LoRA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66360" y="4901184"/>
            <a:ext cx="566928" cy="6858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78624" y="4160520"/>
            <a:ext cx="2084832" cy="1024128"/>
          </a:xfrm>
          <a:prstGeom prst="roundRect">
            <a:avLst>
              <a:gd name="adj" fmla="val 625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24928" y="4297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 V2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424928" y="4553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E2E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24928" y="4901184"/>
            <a:ext cx="566928" cy="6858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4160520"/>
            <a:ext cx="2084832" cy="1024128"/>
          </a:xfrm>
          <a:prstGeom prst="roundRect">
            <a:avLst>
              <a:gd name="adj" fmla="val 625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83496" y="4297680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683496" y="45537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+ automation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683496" y="4901184"/>
            <a:ext cx="566928" cy="68580"/>
          </a:xfrm>
          <a:prstGeom prst="roundRect">
            <a:avLst>
              <a:gd name="adj" fmla="val 4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· repo &amp; live-rehearsal reports as source of truth · 2026-09-25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1081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technical mentor / engineering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 → Where We Are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6459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7C8FA8"/>
          </a:solidFill>
          <a:ln w="12700">
            <a:solidFill>
              <a:srgbClr val="7C8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0936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267712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Foundation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30936" y="3108960"/>
            <a:ext cx="12618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2.0 · Alembic · JWT · RBAC · audit log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25396" y="3008376"/>
            <a:ext cx="82296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12264" y="1481328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6459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7C8FA8"/>
          </a:solidFill>
          <a:ln w="12700">
            <a:solidFill>
              <a:srgbClr val="7C8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267712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Hardening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108960"/>
            <a:ext cx="12618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tests · openapi.yaml frozen · lint + coverage gate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34740" y="3008376"/>
            <a:ext cx="82296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21608" y="1481328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9624" y="16459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9624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849624" y="2267712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Orchestration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849624" y="3108960"/>
            <a:ext cx="12618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2A — file signaling · VRAM gate · no docker.sock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44084" y="3008376"/>
            <a:ext cx="82296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30952" y="1481328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58968" y="16459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58968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58968" y="2267712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Training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58968" y="3108960"/>
            <a:ext cx="12618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 — Unsloth SFT · LoRA artifact · ModelVersion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3428" y="3008376"/>
            <a:ext cx="82296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0296" y="1481328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68312" y="16459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6831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068312" y="2267712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LoRA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068312" y="3108960"/>
            <a:ext cx="12618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 — vLLM 0.30.0 · load / infer / unload adapter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462772" y="3008376"/>
            <a:ext cx="82296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49640" y="1481328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77656" y="16459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77656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677656" y="2267712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Application-Layer E2E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677656" y="3108960"/>
            <a:ext cx="12618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 V2 — full promotion ladder via real API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072116" y="3008376"/>
            <a:ext cx="82296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158984" y="1481328"/>
            <a:ext cx="1517904" cy="3063240"/>
          </a:xfrm>
          <a:prstGeom prst="roundRect">
            <a:avLst>
              <a:gd name="adj" fmla="val 4217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87000" y="16459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8700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287000" y="2267712"/>
            <a:ext cx="12618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Hardening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10287000" y="3108960"/>
            <a:ext cx="12618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· Dependabot · pip-audit · bandit · gitleaks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2920" y="4846320"/>
            <a:ext cx="11183112" cy="1298448"/>
          </a:xfrm>
          <a:prstGeom prst="roundRect">
            <a:avLst>
              <a:gd name="adj" fmla="val 493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" y="4992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TERVERIFIKASI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58952" y="53035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</a:t>
            </a:r>
            <a:endParaRPr lang="en-US" sz="2100" dirty="0"/>
          </a:p>
        </p:txBody>
      </p:sp>
      <p:sp>
        <p:nvSpPr>
          <p:cNvPr id="48" name="Text 46"/>
          <p:cNvSpPr txBox="1"/>
          <p:nvPr/>
        </p:nvSpPr>
        <p:spPr>
          <a:xfrm>
            <a:off x="758952" y="56875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signaling tests (Phase 2A)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2971800" y="53035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</a:t>
            </a:r>
            <a:endParaRPr lang="en-US" sz="2100" dirty="0"/>
          </a:p>
        </p:txBody>
      </p:sp>
      <p:sp>
        <p:nvSpPr>
          <p:cNvPr id="50" name="Text 48"/>
          <p:cNvSpPr txBox="1"/>
          <p:nvPr/>
        </p:nvSpPr>
        <p:spPr>
          <a:xfrm>
            <a:off x="2971800" y="56875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success criteria (Phase 2B)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184648" y="53035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2100" dirty="0"/>
          </a:p>
        </p:txBody>
      </p:sp>
      <p:sp>
        <p:nvSpPr>
          <p:cNvPr id="52" name="Text 50"/>
          <p:cNvSpPr txBox="1"/>
          <p:nvPr/>
        </p:nvSpPr>
        <p:spPr>
          <a:xfrm>
            <a:off x="5184648" y="56875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inference (Phase 2C V2)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7397496" y="53035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2100" dirty="0"/>
          </a:p>
        </p:txBody>
      </p:sp>
      <p:sp>
        <p:nvSpPr>
          <p:cNvPr id="54" name="Text 52"/>
          <p:cNvSpPr txBox="1"/>
          <p:nvPr/>
        </p:nvSpPr>
        <p:spPr>
          <a:xfrm>
            <a:off x="7397496" y="56875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(gate 80%)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610344" y="53035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100" dirty="0"/>
          </a:p>
        </p:txBody>
      </p:sp>
      <p:sp>
        <p:nvSpPr>
          <p:cNvPr id="56" name="Text 54"/>
          <p:cNvSpPr txBox="1"/>
          <p:nvPr/>
        </p:nvSpPr>
        <p:spPr>
          <a:xfrm>
            <a:off x="9610344" y="568756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reset / unrelated process killed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docs/PHASE2A_SECOND_LIVE_SIGNALING_TEST_REPORT.md · docs/PHASE2B_THIRD_SMOKE_TRAINING_REPORT.md · docs/qa/PHASE2C_APPLICATION_LAYER_LIVE_REHEARSAL_V2_REPORT.md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Backend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83112" cy="4892040"/>
          </a:xfrm>
          <a:prstGeom prst="roundRect">
            <a:avLst>
              <a:gd name="adj" fmla="val 1495"/>
            </a:avLst>
          </a:prstGeom>
          <a:solidFill>
            <a:srgbClr val="0F1A2E"/>
          </a:solidFill>
          <a:ln w="12700">
            <a:solidFill>
              <a:srgbClr val="2436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353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 ·  NVIDIA H100 PCIe 80GB  —  SHARED with other tenants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22592" y="1344168"/>
            <a:ext cx="2148840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22592" y="134416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external GPU processes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308592" y="1344168"/>
            <a:ext cx="2176272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08592" y="1344168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docker.sock in worker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04088" y="1755648"/>
            <a:ext cx="7452360" cy="2999232"/>
          </a:xfrm>
          <a:prstGeom prst="roundRect">
            <a:avLst>
              <a:gd name="adj" fmla="val 2134"/>
            </a:avLst>
          </a:prstGeom>
          <a:solidFill>
            <a:srgbClr val="152238"/>
          </a:solidFill>
          <a:ln w="12700">
            <a:solidFill>
              <a:srgbClr val="2436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184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 ·  ml-close-loop-be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86968" y="2194560"/>
            <a:ext cx="1664208" cy="1078992"/>
          </a:xfrm>
          <a:prstGeom prst="roundRect">
            <a:avLst>
              <a:gd name="adj" fmla="val 5932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322576"/>
            <a:ext cx="91440" cy="21945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61288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26151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SERVING_BACKEND=vllm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0" y="2734056"/>
            <a:ext cx="155448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24912" y="2194560"/>
            <a:ext cx="1664208" cy="1078992"/>
          </a:xfrm>
          <a:prstGeom prst="roundRect">
            <a:avLst>
              <a:gd name="adj" fmla="val 5932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43784" y="2322576"/>
            <a:ext cx="91440" cy="21945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99232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871216" y="26151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TrainingWorker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· GPU lock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98264" y="2734056"/>
            <a:ext cx="155448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62856" y="2194560"/>
            <a:ext cx="1664208" cy="1078992"/>
          </a:xfrm>
          <a:prstGeom prst="roundRect">
            <a:avLst>
              <a:gd name="adj" fmla="val 5932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322576"/>
            <a:ext cx="91440" cy="21945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37176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26151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:9000 / :9001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36208" y="2734056"/>
            <a:ext cx="155448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0" y="2194560"/>
            <a:ext cx="1664208" cy="1078992"/>
          </a:xfrm>
          <a:prstGeom prst="roundRect">
            <a:avLst>
              <a:gd name="adj" fmla="val 5932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672" y="2322576"/>
            <a:ext cx="91440" cy="21945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547104" y="2615184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0.30.0 :8002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gpu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6968" y="3456432"/>
            <a:ext cx="2212848" cy="786384"/>
          </a:xfrm>
          <a:prstGeom prst="roundRect">
            <a:avLst>
              <a:gd name="adj" fmla="val 814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3272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" y="38039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· PostgreSQL target (PRD §23.1)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993392" y="3300984"/>
            <a:ext cx="0" cy="13716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46120" y="3456432"/>
            <a:ext cx="2212848" cy="786384"/>
          </a:xfrm>
          <a:prstGeom prst="roundRect">
            <a:avLst>
              <a:gd name="adj" fmla="val 814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92424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392424" y="38039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MinIO/S3 · adapter_model.safetensors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52544" y="3300984"/>
            <a:ext cx="0" cy="13716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605272" y="3456432"/>
            <a:ext cx="2212848" cy="786384"/>
          </a:xfrm>
          <a:prstGeom prst="roundRect">
            <a:avLst>
              <a:gd name="adj" fmla="val 814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51576" y="35478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751576" y="38039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ModelVersion · lineage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11696" y="3300984"/>
            <a:ext cx="0" cy="13716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385048" y="1755648"/>
            <a:ext cx="3035808" cy="1207008"/>
          </a:xfrm>
          <a:prstGeom prst="roundRect">
            <a:avLst>
              <a:gd name="adj" fmla="val 530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49640" y="184708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CONTROLLER (host)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549640" y="2139696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gpu_controller.py — file-based signaling: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request.json → active.json → response.json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stop/start serving · VRAM gate · watchdog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8385048" y="3090672"/>
            <a:ext cx="3035808" cy="1207008"/>
          </a:xfrm>
          <a:prstGeom prst="roundRect">
            <a:avLst>
              <a:gd name="adj" fmla="val 530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49640" y="318211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RUNTIME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549640" y="3474720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/opt/training-venv/bin/python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app/training/run_training.py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Unsloth + SFTTrainer (LoRA / SFT)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8385048" y="4425696"/>
            <a:ext cx="3035808" cy="1207008"/>
          </a:xfrm>
          <a:prstGeom prst="roundRect">
            <a:avLst>
              <a:gd name="adj" fmla="val 530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49640" y="4517136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TARGET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549640" y="4809744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defnex-vllm (external, vLLM 0.28.0 :8001)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VLLM_URL aktif di compose —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bisa runtime-load LoRA adapter baru</a:t>
            </a:r>
            <a:endParaRPr lang="en-US" sz="88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ml-close-loop-be/docker-compose.yml · ml-close-loop-be/docs/CURRENT_RUNTIME_ARCHITECTURE.md · app/workers/gpu_orchestrator.py · app/services/artifact_storage.py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aktual repository — nama endpoint &amp; service mengikuti source code. Status diukur dari evidence, bukan dari keberadaan kode.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19072"/>
            <a:ext cx="91440" cy="237744"/>
          </a:xfrm>
          <a:prstGeom prst="roundRect">
            <a:avLst>
              <a:gd name="adj" fmla="val 50000"/>
            </a:avLst>
          </a:prstGeom>
          <a:solidFill>
            <a:srgbClr val="7C8FA8"/>
          </a:solidFill>
          <a:ln w="12700">
            <a:solidFill>
              <a:srgbClr val="7C8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6916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0664" y="2432304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" y="2432304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92908" y="2167128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43784" y="1572768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2656" y="1719072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18104" y="16916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20299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/api/v1/auth/login · JWT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90088" y="2432304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0088" y="2432304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42332" y="2167128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3208" y="1572768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719072"/>
            <a:ext cx="91440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67528" y="16916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Eval Set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239512" y="20299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dataset_service · eval_set_service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39512" y="2432304"/>
            <a:ext cx="837590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39512" y="2432304"/>
            <a:ext cx="837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91756" y="2167128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42632" y="1572768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61504" y="1719072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16952" y="16916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TrainingRun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88936" y="20299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/api/v1/training-runs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488936" y="2432304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88936" y="2432304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441180" y="2167128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92056" y="1572768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1719072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66376" y="16916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738360" y="2029968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app.workers.training_worker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738360" y="2432304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38360" y="2432304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634472" y="2779776"/>
            <a:ext cx="0" cy="347472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94360" y="3145536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" y="3291840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8680" y="326440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Unsloth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40664" y="360273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gpu_lock · serving stop · SFTTrainer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0664" y="4005072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0664" y="4005072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692908" y="3739896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843784" y="3145536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62656" y="3291840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118104" y="326440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Artifact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60273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adapter_model.safetensors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90088" y="4005072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990088" y="4005072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942332" y="3739896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093208" y="3145536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12080" y="3291840"/>
            <a:ext cx="91440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367528" y="326440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/ Gate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5239512" y="360273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evaluation_worker · 3 signals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239512" y="4005072"/>
            <a:ext cx="837590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239512" y="4005072"/>
            <a:ext cx="837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191756" y="3739896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342632" y="3145536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61504" y="3291840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616952" y="326440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ModelVersion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7488936" y="360273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model_service.register_model_version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488936" y="4005072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488936" y="4005072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441180" y="3739896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9592056" y="3145536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10928" y="3291840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866376" y="326440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Staging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9738360" y="3602736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.../deploy-staging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738360" y="4005072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738360" y="4005072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634472" y="4352544"/>
            <a:ext cx="0" cy="347472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94360" y="4718304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3232" y="4864608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68680" y="48371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Staging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740664" y="517550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.../validate-staging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40664" y="5577840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40664" y="5577840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692908" y="5312664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2843784" y="4718304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62656" y="4864608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118104" y="48371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Production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2990088" y="517550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.../promote-production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990088" y="5577840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2990088" y="5577840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942332" y="5312664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5093208" y="4718304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212080" y="4864608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367528" y="48371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LoRA / vLLM</a:t>
            </a:r>
            <a:endParaRPr lang="en-US" sz="1050" dirty="0"/>
          </a:p>
        </p:txBody>
      </p:sp>
      <p:sp>
        <p:nvSpPr>
          <p:cNvPr id="91" name="Text 89"/>
          <p:cNvSpPr txBox="1"/>
          <p:nvPr/>
        </p:nvSpPr>
        <p:spPr>
          <a:xfrm>
            <a:off x="5239512" y="517550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/v1/load_lora_adapter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239512" y="5577840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239512" y="5577840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191756" y="5312664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7342632" y="4718304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61504" y="4864608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616952" y="48371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Inference</a:t>
            </a:r>
            <a:endParaRPr lang="en-US" sz="1050" dirty="0"/>
          </a:p>
        </p:txBody>
      </p:sp>
      <p:sp>
        <p:nvSpPr>
          <p:cNvPr id="98" name="Text 96"/>
          <p:cNvSpPr txBox="1"/>
          <p:nvPr/>
        </p:nvSpPr>
        <p:spPr>
          <a:xfrm>
            <a:off x="7488936" y="517550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/api/v1/models/{id}/inference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488936" y="5577840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7488936" y="5577840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9441180" y="5312664"/>
            <a:ext cx="137160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9592056" y="4718304"/>
            <a:ext cx="2084832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710928" y="4864608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866376" y="4837176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Response</a:t>
            </a:r>
            <a:endParaRPr lang="en-US" sz="1050" dirty="0"/>
          </a:p>
        </p:txBody>
      </p:sp>
      <p:sp>
        <p:nvSpPr>
          <p:cNvPr id="105" name="Text 103"/>
          <p:cNvSpPr txBox="1"/>
          <p:nvPr/>
        </p:nvSpPr>
        <p:spPr>
          <a:xfrm>
            <a:off x="9738360" y="5175504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model_id + version + generation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9738360" y="5577840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738360" y="5577840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108" name="Text 106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docs/qa/PHASE2C_APPLICATION_LAYER_LIVE_REHEARSAL_V2_REPORT.md §10 · app/api/promotion.py · app/services/promotion_service.py · app/workers/training_worker.py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Model Lifecycle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3931920" cy="621792"/>
          </a:xfrm>
          <a:prstGeom prst="roundRect">
            <a:avLst>
              <a:gd name="adj" fmla="val 10294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728216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0934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TrainingRun</a:t>
            </a:r>
            <a:endParaRPr lang="en-US" sz="1050" dirty="0"/>
          </a:p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run-9e66b6 · PENDING → RUNNING → COMPLETED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95528" y="2176272"/>
            <a:ext cx="0" cy="100584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295144"/>
            <a:ext cx="3931920" cy="621792"/>
          </a:xfrm>
          <a:prstGeom prst="roundRect">
            <a:avLst>
              <a:gd name="adj" fmla="val 10294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87168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36829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handoff</a:t>
            </a:r>
            <a:endParaRPr lang="en-US" sz="1050" dirty="0"/>
          </a:p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gpu_lock + serving stop + VRAM gate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" y="2935224"/>
            <a:ext cx="0" cy="100584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3054096"/>
            <a:ext cx="3931920" cy="621792"/>
          </a:xfrm>
          <a:prstGeom prst="roundRect">
            <a:avLst>
              <a:gd name="adj" fmla="val 10294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" y="3246120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12724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SFT</a:t>
            </a:r>
            <a:endParaRPr lang="en-US" sz="1050" dirty="0"/>
          </a:p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SFTTrainer · LoRA · bf16 · 5 steps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" y="3694176"/>
            <a:ext cx="0" cy="100584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3813048"/>
            <a:ext cx="3931920" cy="621792"/>
          </a:xfrm>
          <a:prstGeom prst="roundRect">
            <a:avLst>
              <a:gd name="adj" fmla="val 10294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" y="4005072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88620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Artifact</a:t>
            </a:r>
            <a:endParaRPr lang="en-US" sz="1050" dirty="0"/>
          </a:p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adapter_model.safetensors + adapter_config.json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" y="4453128"/>
            <a:ext cx="0" cy="100584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4572000"/>
            <a:ext cx="3931920" cy="621792"/>
          </a:xfrm>
          <a:prstGeom prst="roundRect">
            <a:avLst>
              <a:gd name="adj" fmla="val 10294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" y="4764024"/>
            <a:ext cx="91440" cy="23774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645152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signals · qualitative + regression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" y="5212080"/>
            <a:ext cx="0" cy="100584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" y="5330952"/>
            <a:ext cx="3931920" cy="621792"/>
          </a:xfrm>
          <a:prstGeom prst="roundRect">
            <a:avLst>
              <a:gd name="adj" fmla="val 10294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" y="5522976"/>
            <a:ext cx="91440" cy="23774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40410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ModelVersion</a:t>
            </a:r>
            <a:endParaRPr lang="en-US" sz="1050" dirty="0"/>
          </a:p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smoke-llm-v3 v1 · REGISTERED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1207008"/>
            <a:ext cx="6885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EVIDENCE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517904"/>
            <a:ext cx="6885432" cy="2084832"/>
          </a:xfrm>
          <a:prstGeom prst="roundRect">
            <a:avLst>
              <a:gd name="adj" fmla="val 307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01768" y="1682496"/>
            <a:ext cx="1097280" cy="246888"/>
          </a:xfrm>
          <a:prstGeom prst="roundRect">
            <a:avLst>
              <a:gd name="adj" fmla="val 481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01768" y="168249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16/16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227064" y="1682496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success criteria verified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001768" y="2048256"/>
            <a:ext cx="648309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Qwen/Qwen2.5-0.5B-Instruct · dataset ds-smoke-test-v1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examples · max_steps 5 · duration ±185 detik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540,672 / 494,573,440 trainable params (0.11%)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r=8 · lora_alpha=8 · target q_proj, v_proj · use_dora false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gate lulus: 17,272 MiB ≥ threshold 8,000 MiB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730752"/>
            <a:ext cx="6885432" cy="1170432"/>
          </a:xfrm>
          <a:prstGeom prst="roundRect">
            <a:avLst>
              <a:gd name="adj" fmla="val 546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01768" y="3895344"/>
            <a:ext cx="932688" cy="246888"/>
          </a:xfrm>
          <a:prstGeom prst="roundRect">
            <a:avLst>
              <a:gd name="adj" fmla="val 48148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01768" y="3895344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6062472" y="3895344"/>
            <a:ext cx="5404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&amp; lineage consistency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01768" y="4242816"/>
            <a:ext cx="6483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file:///models/artifacts/smoke-llm-v3/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smoke-llm-v3-Qwen-Qwen2.5-0.5B-Instruct-v1  ·  metadata.json checksum recorded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4800600" y="5029200"/>
            <a:ext cx="6885432" cy="1060704"/>
          </a:xfrm>
          <a:prstGeom prst="roundRect">
            <a:avLst>
              <a:gd name="adj" fmla="val 6034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01768" y="5138928"/>
            <a:ext cx="6483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JUJUR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001768" y="5431536"/>
            <a:ext cx="6483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smoke-test (10 contoh / 5 steps) — memvalidasi mekanisme pipeline,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kualitas model. 4 bug ditemukan &amp; diperbaiki sepanjang jalur ini.</a:t>
            </a:r>
            <a:endParaRPr lang="en-US" sz="88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docs/PHASE2B_THIRD_SMOKE_TRAINING_REPORT.md · docs/PHASE2B_POST_RUN_VALIDATION_REPORT.md · docs/PHASE2B_FIRST_TRAINING_RUN_FAILURE_REPORT.md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&amp; Serving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GPU SIGNALING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1572768" cy="932688"/>
          </a:xfrm>
          <a:prstGeom prst="roundRect">
            <a:avLst>
              <a:gd name="adj" fmla="val 686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64208"/>
            <a:ext cx="91440" cy="21945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36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request.json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093976" y="1984248"/>
            <a:ext cx="237744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50008" y="1517904"/>
            <a:ext cx="1572768" cy="932688"/>
          </a:xfrm>
          <a:prstGeom prst="roundRect">
            <a:avLst>
              <a:gd name="adj" fmla="val 686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664208"/>
            <a:ext cx="91440" cy="21945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24328" y="1636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Controller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96312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request.json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941064" y="1984248"/>
            <a:ext cx="237744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97096" y="1517904"/>
            <a:ext cx="1572768" cy="932688"/>
          </a:xfrm>
          <a:prstGeom prst="roundRect">
            <a:avLst>
              <a:gd name="adj" fmla="val 686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5968" y="1664208"/>
            <a:ext cx="91440" cy="21945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71416" y="1636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stop/start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defnex-vllm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788152" y="1984248"/>
            <a:ext cx="237744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44184" y="1517904"/>
            <a:ext cx="1572768" cy="932688"/>
          </a:xfrm>
          <a:prstGeom prst="roundRect">
            <a:avLst>
              <a:gd name="adj" fmla="val 686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1664208"/>
            <a:ext cx="91440" cy="21945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18504" y="1636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Gate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90488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nvidia-smi check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635240" y="1984248"/>
            <a:ext cx="237744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891272" y="1517904"/>
            <a:ext cx="1572768" cy="932688"/>
          </a:xfrm>
          <a:prstGeom prst="roundRect">
            <a:avLst>
              <a:gd name="adj" fmla="val 686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0144" y="1664208"/>
            <a:ext cx="91440" cy="21945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65592" y="16367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37576" y="199339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baca hasil</a:t>
            </a:r>
            <a:endParaRPr lang="en-US" sz="82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2724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LIVE SIGNALING TEST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035808"/>
            <a:ext cx="2395728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" y="31821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" y="3657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lulus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2A second live)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72384" y="3035808"/>
            <a:ext cx="2395728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18688" y="31821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±7 detik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3218688" y="3657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stop serving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(vRAM freed ±15 GB)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41848" y="3035808"/>
            <a:ext cx="2395728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88152" y="31821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±114 detik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5788152" y="3657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ke HTTP 200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(deadline 180s)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11312" y="3035808"/>
            <a:ext cx="2395728" cy="1188720"/>
          </a:xfrm>
          <a:prstGeom prst="roundRect">
            <a:avLst>
              <a:gd name="adj" fmla="val 538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57616" y="31821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2100" dirty="0"/>
          </a:p>
        </p:txBody>
      </p:sp>
      <p:sp>
        <p:nvSpPr>
          <p:cNvPr id="41" name="Text 39"/>
          <p:cNvSpPr txBox="1"/>
          <p:nvPr/>
        </p:nvSpPr>
        <p:spPr>
          <a:xfrm>
            <a:off x="8357616" y="3657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GPU lain selamat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yang dibunuh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4407408"/>
            <a:ext cx="11183112" cy="1481328"/>
          </a:xfrm>
          <a:prstGeom prst="roundRect">
            <a:avLst>
              <a:gd name="adj" fmla="val 4321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0664" y="45354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&amp; SAFETY RULES (shared GPU)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40664" y="4828032"/>
            <a:ext cx="5440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H100 80GB SHARED — ±78,964 MiB dipakai 14 proses eksternal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pernah GPU reset / kill proses tak dikenal (PRD §18.4)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docker.sock TIDAK di-mount ke worker — diverifikasi static inspection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lock (flock) — concurrency training = 1 (serial)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492240" y="4828032"/>
            <a:ext cx="5120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release dijamin lewat cleanup terstruktur (finally)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deadline 180s — perbaikan setelah timeout pertama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diukur SETELAH container dikonfirmasi berhenti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Restorasi ke baseline: 78,964 / 2,116 MiB, 14 proses utuh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docs/PHASE2A_SECOND_LIVE_SIGNALING_TEST_REPORT.md · docs/PHASE2A_FINAL_QA_REPORT.md · docs/PHASE2A_HEALTH_TIMEOUT_FIX_REPORT.md · app/workers/gpu_orchestrator.py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LoRA &amp; Deployment Validation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lapis validasi yang sering tertukar — masing-masing punya evidence terpisah.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66160" cy="4224528"/>
          </a:xfrm>
          <a:prstGeom prst="roundRect">
            <a:avLst>
              <a:gd name="adj" fmla="val 179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190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RAW vLLM RUNTIME LoRA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98648" y="1719072"/>
            <a:ext cx="987552" cy="246888"/>
          </a:xfrm>
          <a:prstGeom prst="roundRect">
            <a:avLst>
              <a:gd name="adj" fmla="val 481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98648" y="171907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21408"/>
            <a:ext cx="318211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compose `serving` · vLLM 0.30.0 :8002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VLLM_ALLOW_RUNTIME_LORA_UPDATING=true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/v1/load_lora_adapter → 200 plain text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/v1/models → adapter terdaftar (parent defnex-qwen25-05b)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/v1/completions → 200 · POST /v1/unload_lora_adapter → 200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restored identik ke baseline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85800" y="4864608"/>
            <a:ext cx="3182112" cy="786384"/>
          </a:xfrm>
          <a:prstGeom prst="roundRect">
            <a:avLst>
              <a:gd name="adj" fmla="val 6977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4956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 penting: defnex-vllm v0.28.0 mengembalikan 404 — endpoint hanya ada di vLLM ≥0.29.0.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087368" y="3666744"/>
            <a:ext cx="164592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70248" y="1554480"/>
            <a:ext cx="3566160" cy="4224528"/>
          </a:xfrm>
          <a:prstGeom prst="roundRect">
            <a:avLst>
              <a:gd name="adj" fmla="val 179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53128" y="17190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APPLICATION-LAYER DEPLOYMENT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65976" y="1719072"/>
            <a:ext cx="987552" cy="246888"/>
          </a:xfrm>
          <a:prstGeom prst="roundRect">
            <a:avLst>
              <a:gd name="adj" fmla="val 481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65976" y="171907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453128" y="2121408"/>
            <a:ext cx="318211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VLLMServingBackend.deploy() → /v1/load_lora_adapter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/api/v1/models/.../deploy-staging → 201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/api/v1/models/.../validate-staging → 201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/api/v1/models/.../promote-production → 201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PromotionDecision: STAGING → VALIDATED → PRODUCTION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pointer: current_deployed_version=1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453128" y="4864608"/>
            <a:ext cx="3182112" cy="786384"/>
          </a:xfrm>
          <a:prstGeom prst="roundRect">
            <a:avLst>
              <a:gd name="adj" fmla="val 6977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81144" y="4956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aplikasi ditemukan &amp; diperbaiki: parse_json pada http_retry.py untuk plain-text HTTP 200.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854696" y="3666744"/>
            <a:ext cx="164592" cy="0"/>
          </a:xfrm>
          <a:prstGeom prst="line">
            <a:avLst/>
          </a:prstGeom>
          <a:noFill/>
          <a:ln w="22225">
            <a:solidFill>
              <a:srgbClr val="5D72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37576" y="1554480"/>
            <a:ext cx="3566160" cy="4224528"/>
          </a:xfrm>
          <a:prstGeom prst="roundRect">
            <a:avLst>
              <a:gd name="adj" fmla="val 1795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0456" y="171907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APPLICATION-LAYER INFERENCE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433304" y="1719072"/>
            <a:ext cx="987552" cy="246888"/>
          </a:xfrm>
          <a:prstGeom prst="roundRect">
            <a:avLst>
              <a:gd name="adj" fmla="val 481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3304" y="171907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220456" y="2121408"/>
            <a:ext cx="318211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/api/v1/models/smoke-llm-v3/inference → 200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model_id=smoke-llm-v3 · version=1 · generation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identity CONFIRMED dari 4 sumber evidence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curl langsung ke vLLM — lewat aplikasi backend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jalur eval worker: load → 3 inferensi → unload</a:t>
            </a:r>
            <a:endParaRPr lang="en-US" sz="92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ladder: auth → eval → staging → production → inference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220456" y="4864608"/>
            <a:ext cx="3182112" cy="786384"/>
          </a:xfrm>
          <a:prstGeom prst="roundRect">
            <a:avLst>
              <a:gd name="adj" fmla="val 6977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48472" y="4956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capaian terbaru (2026-09-23 V2) — melengkapi laporan raw vLLM sebelumnya.</a:t>
            </a:r>
            <a:endParaRPr lang="en-US" sz="82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docs/PHASE2C_RUNTIME_LORA_VALIDATION_REPORT.md · docs/PHASE2C_COMPOSE_LORA_INFERENCE_REPORT.md · docs/qa/PHASE2C_APPLICATION_LAYER_LIVE_REHEARSAL_V2_REPORT.md · docs/qa/PHASE2C_HTTP_RESPONSE_FIX_REPORT.md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 V2 · ISSUE #167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Application-Layer E2E Validation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rehearsal 2026-09-23 — setiap langkah dipanggil lewat API aplikasi backend, bukan curl langsung ke vLLM.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17904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LADDER — HTTP STATUS AKTUAL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847088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847088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/api/v1/auth/register</a:t>
            </a:r>
            <a:endParaRPr lang="en-US" sz="92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4708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84708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role=user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02920" y="2318004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318004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/api/v1/auth/login</a:t>
            </a:r>
            <a:endParaRPr lang="en-US" sz="92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31800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31800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access_token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278892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/api/v1/eval-sets/golden-eval-v1/versions</a:t>
            </a:r>
            <a:endParaRPr lang="en-US" sz="92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78892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78892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· 3 records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02920" y="3259836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3259836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/api/v1/models/smoke-llm-v3/versions/1/evaluation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25983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25983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evaluation_requested=True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02920" y="3730752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373075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app.workers.evaluation_worker</a:t>
            </a:r>
            <a:endParaRPr lang="en-US" sz="92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73075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373075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adapter · 3 inferensi · unload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02920" y="4201668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" y="4201668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.../deploy-staging</a:t>
            </a:r>
            <a:endParaRPr lang="en-US" sz="92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420166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4201668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decision_id staging-9aa4d2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02920" y="4672584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4672584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.../validate-staging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467258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532120" y="467258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decision_id validated-4f61be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02920" y="5143500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" y="514350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.../promote-production</a:t>
            </a:r>
            <a:endParaRPr lang="en-US" sz="92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514350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532120" y="514350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decision_id production-927a08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502920" y="5614416"/>
            <a:ext cx="6903720" cy="402336"/>
          </a:xfrm>
          <a:prstGeom prst="roundRect">
            <a:avLst>
              <a:gd name="adj" fmla="val 15909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5614416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/api/v1/models/smoke-llm-v3/inference</a:t>
            </a:r>
            <a:endParaRPr lang="en-US" sz="920" dirty="0"/>
          </a:p>
        </p:txBody>
      </p:sp>
      <p:sp>
        <p:nvSpPr>
          <p:cNvPr id="40" name="Text 38"/>
          <p:cNvSpPr txBox="1"/>
          <p:nvPr/>
        </p:nvSpPr>
        <p:spPr>
          <a:xfrm>
            <a:off x="4892040" y="561441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532120" y="561441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model_id=smoke-llm-v3 · version=1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7772400" y="1517904"/>
            <a:ext cx="3913632" cy="1700784"/>
          </a:xfrm>
          <a:prstGeom prst="roundRect">
            <a:avLst>
              <a:gd name="adj" fmla="val 376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55280" y="16459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IDENTITY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955280" y="1938528"/>
            <a:ext cx="35478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inference → model_id + version=1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/v1/models → smoke-llm-v3-v1 loaded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record → current_deployed_version=1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worker logs → load/generate/unload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7955280" y="2889504"/>
            <a:ext cx="1078992" cy="246888"/>
          </a:xfrm>
          <a:prstGeom prst="roundRect">
            <a:avLst>
              <a:gd name="adj" fmla="val 481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55280" y="2889504"/>
            <a:ext cx="107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72400" y="3346704"/>
            <a:ext cx="3913632" cy="1280160"/>
          </a:xfrm>
          <a:prstGeom prst="roundRect">
            <a:avLst>
              <a:gd name="adj" fmla="val 500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955280" y="3474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SAFETY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955280" y="3767328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restored: 78,964 / 2,116 MiB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proses komputasi tidak berubah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GPU reset / kill proses lain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7772400" y="4754880"/>
            <a:ext cx="3913632" cy="1316736"/>
          </a:xfrm>
          <a:prstGeom prst="roundRect">
            <a:avLst>
              <a:gd name="adj" fmla="val 486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955280" y="488289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TERBUKA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955280" y="5175504"/>
            <a:ext cx="3547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promote-production gagal bila adapter sudah ter-load dari staging (vLLM menolak duplicate load). Workaround: unload manual. Ini limitasi desain pre-existing, bukan akibat perbaikan parse_json.</a:t>
            </a:r>
            <a:endParaRPr lang="en-US" sz="830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docs/qa/PHASE2C_APPLICATION_LAYER_LIVE_REHEARSAL_V2_REPORT.md §3-§11 · docs/qa/PHASE2C_HTTP_RESPONSE_FIX_REPORT.md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diukur langsung dari repository pada 2026-09-25 — bukan angka laporan lama.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112264" cy="1207008"/>
          </a:xfrm>
          <a:prstGeom prst="roundRect">
            <a:avLst>
              <a:gd name="adj" fmla="val 530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190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4942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61488" y="1572768"/>
            <a:ext cx="2112264" cy="1207008"/>
          </a:xfrm>
          <a:prstGeom prst="roundRect">
            <a:avLst>
              <a:gd name="adj" fmla="val 530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52928" y="17190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224942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failed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0056" y="1572768"/>
            <a:ext cx="2112264" cy="1207008"/>
          </a:xfrm>
          <a:prstGeom prst="roundRect">
            <a:avLst>
              <a:gd name="adj" fmla="val 530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1496" y="17190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111496" y="224942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skipped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78624" y="1572768"/>
            <a:ext cx="2112264" cy="1207008"/>
          </a:xfrm>
          <a:prstGeom prst="roundRect">
            <a:avLst>
              <a:gd name="adj" fmla="val 530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70064" y="17190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7370064" y="224942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(gate 80%)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537192" y="1572768"/>
            <a:ext cx="2112264" cy="1207008"/>
          </a:xfrm>
          <a:prstGeom prst="roundRect">
            <a:avLst>
              <a:gd name="adj" fmla="val 5303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28632" y="1719072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628632" y="2249424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017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VALIDASI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328416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3419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unit &amp; service tests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44568" y="3419856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44568" y="3419856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" y="36941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tests/test_*.py — auth, RBAC, dataset, training, promotion, deployment, inference, retry, audit, GPU lock, file signaling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153912" y="3328416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18504" y="3419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regression tests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95560" y="3419856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95560" y="3419856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318504" y="369417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tests/test_contract.py mengunci openapi.yaml · parse_json regression (14 test) · plain-text vLLM response (4 test)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02920" y="4224528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7512" y="4315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VM verification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44568" y="4315968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44568" y="4315968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" y="45902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2A signaling 18/18 · Phase 2B training 16/16 · Phase 2C V2 application ladder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153912" y="4224528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18504" y="43159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infrastructure validation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195560" y="4315968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195560" y="4315968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318504" y="45902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/v1/load_lora_adapter, /v1/models, /v1/completions via direct HTTP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02920" y="5120640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7512" y="52120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&amp; static analysis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44568" y="5212080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44568" y="5212080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5486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check + ruff format --check · bandit SAST · pip-audit · gitleaks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153912" y="5120640"/>
            <a:ext cx="5440680" cy="786384"/>
          </a:xfrm>
          <a:prstGeom prst="roundRect">
            <a:avLst>
              <a:gd name="adj" fmla="val 8140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18504" y="52120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safety validation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195560" y="5212080"/>
            <a:ext cx="918058" cy="228600"/>
          </a:xfrm>
          <a:prstGeom prst="roundRect">
            <a:avLst>
              <a:gd name="adj" fmla="val 48000"/>
            </a:avLst>
          </a:prstGeom>
          <a:solidFill>
            <a:srgbClr val="1B2B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195560" y="5212080"/>
            <a:ext cx="91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6318504" y="5486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nvidia-smi before/after · proses eksternal selamat · baseline restored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502920" y="6053328"/>
            <a:ext cx="11183112" cy="438912"/>
          </a:xfrm>
          <a:prstGeom prst="roundRect">
            <a:avLst>
              <a:gd name="adj" fmla="val 14583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04088" y="6053328"/>
            <a:ext cx="10780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27 test gagal = seluruh tests/test_file_signaling.py — mengimpor modul host gpu_controller dari path khusus VM (/home/ubuntu/defnex-mlops-experiment/gpu_controller) yang tidak ada di dev machine. Ini masalah portabilitas test, bukan regresi fitur.</a:t>
            </a:r>
            <a:endParaRPr lang="en-US" sz="840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hasil run pytest lokal 2026-09-25 · .coverage (92.0%) · ml-close-loop-be/pyproject.toml (--cov-fail-under=80) · .github/workflows/ci.yml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Dependency Management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apa yang benar-benar ditambahkan dan statusnya saat ini — bukan klaim “secure” secara absolut.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83112" cy="694944"/>
          </a:xfrm>
          <a:prstGeom prst="roundRect">
            <a:avLst>
              <a:gd name="adj" fmla="val 921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73936"/>
            <a:ext cx="91440" cy="29260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166420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container scan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1938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job `container-scan` — build image backend lalu scan CVE CRITICAL,HIGH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029200" y="1792224"/>
            <a:ext cx="2148840" cy="246888"/>
          </a:xfrm>
          <a:prstGeom prst="roundRect">
            <a:avLst>
              <a:gd name="adj" fmla="val 48148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7922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enabled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682496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Report-only (exit-code 0) — base image CVE di luar kendali repo; kebijakan severity belum diputuskan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1183112" cy="694944"/>
          </a:xfrm>
          <a:prstGeom prst="roundRect">
            <a:avLst>
              <a:gd name="adj" fmla="val 921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2560320"/>
            <a:ext cx="9144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" y="2450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2724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job `security` — audit dependency Python terhadap advisory DB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029200" y="2578608"/>
            <a:ext cx="2148840" cy="246888"/>
          </a:xfrm>
          <a:prstGeom prst="roundRect">
            <a:avLst>
              <a:gd name="adj" fmla="val 481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2578608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detection integrated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468880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setiap push &amp; pull_request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02920" y="3145536"/>
            <a:ext cx="11183112" cy="694944"/>
          </a:xfrm>
          <a:prstGeom prst="roundRect">
            <a:avLst>
              <a:gd name="adj" fmla="val 921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3346704"/>
            <a:ext cx="91440" cy="2926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323697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SAST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50392" y="3511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pada app/ dengan .bandit-baseline.json (27 pre-existing findings)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029200" y="3364992"/>
            <a:ext cx="2148840" cy="246888"/>
          </a:xfrm>
          <a:prstGeom prst="roundRect">
            <a:avLst>
              <a:gd name="adj" fmla="val 48148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0" y="336499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Baseline-gated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406640" y="3255264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baru tidak boleh menambah temuan di atas baseline (issue #175, #182)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02920" y="3931920"/>
            <a:ext cx="11183112" cy="694944"/>
          </a:xfrm>
          <a:prstGeom prst="roundRect">
            <a:avLst>
              <a:gd name="adj" fmla="val 921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4133088"/>
            <a:ext cx="9144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0392" y="40233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50392" y="4297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job `secret-scan` — full git history (fetch-depth: 0)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029200" y="4151376"/>
            <a:ext cx="2148840" cy="246888"/>
          </a:xfrm>
          <a:prstGeom prst="roundRect">
            <a:avLst>
              <a:gd name="adj" fmla="val 481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0" y="415137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enabled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4041648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terpisah karena butuh riwayat penuh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02920" y="4718304"/>
            <a:ext cx="11183112" cy="694944"/>
          </a:xfrm>
          <a:prstGeom prst="roundRect">
            <a:avLst>
              <a:gd name="adj" fmla="val 921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4919472"/>
            <a:ext cx="91440" cy="29260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0392" y="480974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50392" y="50840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ecosystem: pip · npm · docker (be+fe) · github-actions — weekly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029200" y="4937760"/>
            <a:ext cx="2148840" cy="246888"/>
          </a:xfrm>
          <a:prstGeom prst="roundRect">
            <a:avLst>
              <a:gd name="adj" fmla="val 481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029200" y="493776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automation enabled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406640" y="4828032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open-pull-requests-limit 10 per ecosystem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02920" y="5577840"/>
            <a:ext cx="11183112" cy="896112"/>
          </a:xfrm>
          <a:prstGeom prst="roundRect">
            <a:avLst>
              <a:gd name="adj" fmla="val 7143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4088" y="5687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PRs REVIEWED &amp; MERGED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04088" y="5980176"/>
            <a:ext cx="10780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#190-#206 (contoh): actions/checkout 4→7 · actions/setup-python 5→7 · gitleaks-action 2→3 · ruff ≥0.16.8 · typescript · vite · tailwind-merge · lucide-react — di-merge lewat review, bukan auto-merge tanpa pemeriksaan.</a:t>
            </a:r>
            <a:endParaRPr lang="en-US" sz="86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.github/workflows/ci.yml · .github/dependabot.yml · .gitleaksignore · git log (merge PR #190-#206)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TIDAK SALAH PAHAM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status berikut wajib dipahami audience — mencampurnya akan membuat progress terlihat lebih besar atau lebih kecil dari kenyataan.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83112" cy="841248"/>
          </a:xfrm>
          <a:prstGeom prst="roundRect">
            <a:avLst>
              <a:gd name="adj" fmla="val 76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8288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168249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vLLM inference works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011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langsung ke /v1/completions (curl)</a:t>
            </a:r>
            <a:endParaRPr lang="en-US" sz="830" dirty="0"/>
          </a:p>
        </p:txBody>
      </p:sp>
      <p:sp>
        <p:nvSpPr>
          <p:cNvPr id="10" name="Text 8"/>
          <p:cNvSpPr txBox="1"/>
          <p:nvPr/>
        </p:nvSpPr>
        <p:spPr>
          <a:xfrm>
            <a:off x="4379976" y="168249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18888" y="168249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application inference works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2011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Lewat POST /api/v1/models/{id}/inference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092440" y="1719072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0456" y="1719072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Keduanya VERIFIED di Phase 2C, tapi buktinya terpisah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02920" y="2505456"/>
            <a:ext cx="11183112" cy="841248"/>
          </a:xfrm>
          <a:prstGeom prst="roundRect">
            <a:avLst>
              <a:gd name="adj" fmla="val 76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276148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26151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LoRA works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" y="29443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unload adapter di vLLM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4379976" y="261518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818888" y="26151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MLOps deployment pipeline works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294436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eval → staging → production → inference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8092440" y="265176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0456" y="2651760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lengkap terbukti di V2 report 2026-09-23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02920" y="3438144"/>
            <a:ext cx="11183112" cy="841248"/>
          </a:xfrm>
          <a:prstGeom prst="roundRect">
            <a:avLst>
              <a:gd name="adj" fmla="val 76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369417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88136" y="35478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implemented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88136" y="38770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di source + unit test</a:t>
            </a:r>
            <a:endParaRPr lang="en-US" sz="830" dirty="0"/>
          </a:p>
        </p:txBody>
      </p:sp>
      <p:sp>
        <p:nvSpPr>
          <p:cNvPr id="30" name="Text 28"/>
          <p:cNvSpPr txBox="1"/>
          <p:nvPr/>
        </p:nvSpPr>
        <p:spPr>
          <a:xfrm>
            <a:off x="4379976" y="354787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4818888" y="35478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VM verified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818888" y="387705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di VM GPU dan tercatat hasilnya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8092440" y="3584448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0456" y="3584448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 promosi status hanya karena kode ada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502920" y="4370832"/>
            <a:ext cx="11183112" cy="841248"/>
          </a:xfrm>
          <a:prstGeom prst="roundRect">
            <a:avLst>
              <a:gd name="adj" fmla="val 76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" y="462686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" y="4626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88136" y="4480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passed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88136" y="48097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 tests lulus · coverage 92%</a:t>
            </a:r>
            <a:endParaRPr lang="en-US" sz="830" dirty="0"/>
          </a:p>
        </p:txBody>
      </p:sp>
      <p:sp>
        <p:nvSpPr>
          <p:cNvPr id="40" name="Text 38"/>
          <p:cNvSpPr txBox="1"/>
          <p:nvPr/>
        </p:nvSpPr>
        <p:spPr>
          <a:xfrm>
            <a:off x="4379976" y="448056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4818888" y="44805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818888" y="480974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Belum: secrets backend, dataset domain, multi-server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8092440" y="4517136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0456" y="4517136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bukan production-ready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502920" y="5303520"/>
            <a:ext cx="11183112" cy="841248"/>
          </a:xfrm>
          <a:prstGeom prst="roundRect">
            <a:avLst>
              <a:gd name="adj" fmla="val 7609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9224" y="555955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9224" y="5559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88136" y="54132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serving validation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088136" y="574243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`serving` vLLM 0.30.0 :8002</a:t>
            </a:r>
            <a:endParaRPr lang="en-US" sz="830" dirty="0"/>
          </a:p>
        </p:txBody>
      </p:sp>
      <p:sp>
        <p:nvSpPr>
          <p:cNvPr id="50" name="Text 48"/>
          <p:cNvSpPr txBox="1"/>
          <p:nvPr/>
        </p:nvSpPr>
        <p:spPr>
          <a:xfrm>
            <a:off x="4379976" y="541324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4818888" y="54132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application serving target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4818888" y="574243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defnex-vllm vLLM 0.28.0 :8001 (VLLM_URL aktif)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8092440" y="5449824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20456" y="5449824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aktif BELUM bisa runtime-load adapter</a:t>
            </a:r>
            <a:endParaRPr lang="en-US" sz="820" dirty="0"/>
          </a:p>
        </p:txBody>
      </p:sp>
      <p:sp>
        <p:nvSpPr>
          <p:cNvPr id="55" name="Text 53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mengikuti evidence masing-masing laporan — lihat BACKEND_PROGRESS_PRESENTATION_SOURCE_MAP.md untuk traceability per klaim.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MATRIX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Remaining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43584"/>
            <a:ext cx="2688336" cy="4773168"/>
          </a:xfrm>
          <a:prstGeom prst="roundRect">
            <a:avLst>
              <a:gd name="adj" fmla="val 238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1408176"/>
            <a:ext cx="91440" cy="40233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140817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1956816"/>
            <a:ext cx="235915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(register / login / JWT)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5 roles · has_permission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workflow + worker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SFT + LoRA artifact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handoff · VRAM gate · file signaling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LoRA (raw vLLM 0.30.0)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deployment · validate · promote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Application-layer inference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(Trivy, pip-audit, bandit, gitleaks)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automation (Dependabot)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28416" y="1243584"/>
            <a:ext cx="2688336" cy="4773168"/>
          </a:xfrm>
          <a:prstGeom prst="roundRect">
            <a:avLst>
              <a:gd name="adj" fmla="val 238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08176"/>
            <a:ext cx="91440" cy="40233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140817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956816"/>
            <a:ext cx="235915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qualitative + regression OK, tapi eval_loss_trend None sehingga auto-transition REGISTERED → EVALUATED terblokir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storage (MinIO/S3) — terimplementasi + teruji, belum ter-wiring ke backend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vLLM dependency (#162) — PR #185 menambah health check &amp; runbook; integrasi/decom belum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53912" y="1243584"/>
            <a:ext cx="2688336" cy="4773168"/>
          </a:xfrm>
          <a:prstGeom prst="roundRect">
            <a:avLst>
              <a:gd name="adj" fmla="val 238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0216" y="1408176"/>
            <a:ext cx="91440" cy="40233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3096" y="140817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· NOT LIVE VERIFIED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1956816"/>
            <a:ext cx="235915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/ telemetry (Prometheus metrics endpoint)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+ secret scrubbing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request size limit · security headers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check &amp; evaluation workers (mock-backed)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79408" y="1243584"/>
            <a:ext cx="2688336" cy="4773168"/>
          </a:xfrm>
          <a:prstGeom prst="roundRect">
            <a:avLst>
              <a:gd name="adj" fmla="val 2381"/>
            </a:avLst>
          </a:prstGeom>
          <a:solidFill>
            <a:srgbClr val="152238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25712" y="1408176"/>
            <a:ext cx="91440" cy="402336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08592" y="140817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&amp; BACKLOG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956816"/>
            <a:ext cx="235915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backend (#174) — DECISION-GATED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 vs upgrade defnex-vllm — DECISION-GATED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DEFNEX-domain dataset (#161) — DATA-GATED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gpu_controller systemd (#163) — BACKLOG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training venv (#166) — BACKLOG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untuk GPU/training path (#179) — BACKLOG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adapter-already-loaded di promote-production — BACKLOG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training_run.eval_loss — BACKLOG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Multi-server production architecture (PRD target) — BACKLOG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berbasis evidence, bukan keberadaan kode. Sumber utama: docs/qa/PHASE2C_APPLICATION_LAYER_LIVE_REHEARSAL_V2_REPORT.md · docs/qa/ISSUE_RECONCILIATION_AFTER_PHASE2ABC.md.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DARI KONDISI REPO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Backlog &amp; Next Engineering Priorities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ISSUE SETELAH PHASE 2A/2B/2C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68580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517904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34440" y="1517904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44168" y="1517904"/>
            <a:ext cx="2093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66160" y="1517904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1517904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66360" y="1517904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1517904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321040" y="1517904"/>
            <a:ext cx="3273552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30768" y="1517904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1975104"/>
            <a:ext cx="6858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197510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34440" y="1975104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1975104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domain DEFNEX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566160" y="1975104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39312" y="1975104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DATA-GATED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66360" y="1975104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57800" y="1975104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smoke/generic data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321040" y="1975104"/>
            <a:ext cx="3273552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0" y="1975104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 kurasi dataset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02920" y="2427732"/>
            <a:ext cx="6858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42773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34440" y="2427732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25880" y="2427732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vLLM dependency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566160" y="2427732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39312" y="2427732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66360" y="2427732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57800" y="2427732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#185: health check + runbook; integrasi belum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321040" y="2427732"/>
            <a:ext cx="3273552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0" y="2427732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/ decommission defnex-vllm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02920" y="2880360"/>
            <a:ext cx="6858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28803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34440" y="2880360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325880" y="2880360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gpu_controller systemd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3566160" y="2880360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39312" y="288036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66360" y="2880360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57800" y="2880360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Masih perlu restart manual tiap sesi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8321040" y="2880360"/>
            <a:ext cx="3273552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412480" y="2880360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unit + uji survival reboot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02920" y="3332988"/>
            <a:ext cx="6858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4360" y="333298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234440" y="3332988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325880" y="3332988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training venv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3566160" y="3332988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39312" y="3332988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66360" y="3332988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257800" y="333298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belum dijamin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8321040" y="3332988"/>
            <a:ext cx="3273552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12480" y="333298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+ reproduksi run-9e66b6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502920" y="3785616"/>
            <a:ext cx="6858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4360" y="378561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#167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234440" y="3785616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325880" y="3785616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app-layer ladder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566160" y="3785616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639312" y="3785616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66360" y="3785616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257800" y="3785616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lengkap terbukti via API (V2, 2026-09-23)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8321040" y="3785616"/>
            <a:ext cx="3273552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412480" y="3785616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 / dokumentasikan limitasi sisa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502920" y="4238244"/>
            <a:ext cx="6858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94360" y="423824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234440" y="4238244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325880" y="4238244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backend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3566160" y="4238244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639312" y="4238244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DECISION-GATED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166360" y="4238244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257800" y="4238244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keputusan teknologi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8321040" y="4238244"/>
            <a:ext cx="3273552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412480" y="4238244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&amp; putuskan backend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502920" y="4690872"/>
            <a:ext cx="6858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94360" y="46908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#179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234440" y="4690872"/>
            <a:ext cx="228600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325880" y="4690872"/>
            <a:ext cx="2130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nice-to-have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3566160" y="4690872"/>
            <a:ext cx="1554480" cy="402336"/>
          </a:xfrm>
          <a:prstGeom prst="roundRect">
            <a:avLst>
              <a:gd name="adj" fmla="val 11364"/>
            </a:avLst>
          </a:prstGeom>
          <a:solidFill>
            <a:srgbClr val="1B2B47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639312" y="4690872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166360" y="4690872"/>
            <a:ext cx="3108960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257800" y="4690872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GPU path · ERD · backup/DR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8321040" y="4690872"/>
            <a:ext cx="3273552" cy="402336"/>
          </a:xfrm>
          <a:prstGeom prst="roundRect">
            <a:avLst>
              <a:gd name="adj" fmla="val 11364"/>
            </a:avLst>
          </a:prstGeom>
          <a:solidFill>
            <a:srgbClr val="152238"/>
          </a:solidFill>
          <a:ln w="6350">
            <a:solidFill>
              <a:srgbClr val="24364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412480" y="4690872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item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502920" y="5230368"/>
            <a:ext cx="11183112" cy="1207008"/>
          </a:xfrm>
          <a:prstGeom prst="roundRect">
            <a:avLst>
              <a:gd name="adj" fmla="val 5303"/>
            </a:avLst>
          </a:prstGeom>
          <a:solidFill>
            <a:srgbClr val="1B2B47"/>
          </a:solidFill>
          <a:ln w="9525">
            <a:solidFill>
              <a:srgbClr val="24364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04088" y="5340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ENGINEERING PRIORITIES  (dari kondisi repo)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704088" y="56875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04088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Text 87"/>
          <p:cNvSpPr txBox="1"/>
          <p:nvPr/>
        </p:nvSpPr>
        <p:spPr>
          <a:xfrm>
            <a:off x="1051560" y="5614416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“adapter already loaded” di promote-production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916936" y="56875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2916936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3264408" y="5614416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training_run.eval_loss → buka blokir auto-transition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5129784" y="56875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129784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5477256" y="5614416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Putuskan compose `serving` sebagai target utama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7342632" y="56875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342632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8" name="Text 96"/>
          <p:cNvSpPr txBox="1"/>
          <p:nvPr/>
        </p:nvSpPr>
        <p:spPr>
          <a:xfrm>
            <a:off x="7690104" y="5614416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test_file_signaling.py portable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9555480" y="56875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555480" y="5687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9902952" y="5614416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#163 systemd · #166 pinned venv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502920" y="647395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3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docs/qa/ISSUE_RECONCILIATION_AFTER_PHASE2ABC.md (di-supersede untuk #167) · docs/qa/PHASE2C_APPLICATION_LAYER_LIVE_REHEARSAL_V2_REPORT.md §13-§16 · docs/PHASE2B_POST_RUN_VALIDATION_REPORT.md (bagian Follow-ups)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DEFNEX MLOps Backend — Current Technical Progress &amp; Validation Status</dc:title>
  <dc:subject>PptxGenJS Presentation</dc:subject>
  <dc:creator>DEFNEX MLOps Engineering</dc:creator>
  <cp:lastModifiedBy>DEFNEX MLOps Engineering</cp:lastModifiedBy>
  <cp:revision>1</cp:revision>
  <dcterms:created xsi:type="dcterms:W3CDTF">2026-09-25T07:36:42Z</dcterms:created>
  <dcterms:modified xsi:type="dcterms:W3CDTF">2026-09-25T07:36:42Z</dcterms:modified>
</cp:coreProperties>
</file>